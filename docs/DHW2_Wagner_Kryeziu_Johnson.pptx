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C8F7-9C4B-2B7E-9A40-060BA2F6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Macintosh PowerPoint</Application>
  <PresentationFormat>Breitbild</PresentationFormat>
  <Paragraphs>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DWH2 Final Projekt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2</cp:revision>
  <dcterms:created xsi:type="dcterms:W3CDTF">2026-05-14T11:12:32Z</dcterms:created>
  <dcterms:modified xsi:type="dcterms:W3CDTF">2026-05-14T11:18:38Z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